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312496-A117-46A6-B66A-D897E9BF3D33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AB2FFA-555F-48B2-BEAE-683EFA95D941}">
      <dgm:prSet phldrT="[Text]"/>
      <dgm:spPr/>
      <dgm:t>
        <a:bodyPr/>
        <a:lstStyle/>
        <a:p>
          <a:r>
            <a:rPr lang="en-US" noProof="0" dirty="0"/>
            <a:t>More </a:t>
          </a:r>
          <a:br>
            <a:rPr lang="en-US" noProof="0" dirty="0"/>
          </a:br>
          <a:r>
            <a:rPr lang="en-US" noProof="0" dirty="0"/>
            <a:t>heat</a:t>
          </a:r>
        </a:p>
      </dgm:t>
    </dgm:pt>
    <dgm:pt modelId="{0E73FB13-BD2A-4900-A05B-E536A6163253}" type="parTrans" cxnId="{2CE9BA2E-ACF3-44AC-8F36-56863461FA56}">
      <dgm:prSet/>
      <dgm:spPr/>
      <dgm:t>
        <a:bodyPr/>
        <a:lstStyle/>
        <a:p>
          <a:endParaRPr lang="en-US"/>
        </a:p>
      </dgm:t>
    </dgm:pt>
    <dgm:pt modelId="{AE9E3934-A696-4619-B039-8FC6C72EF5DF}" type="sibTrans" cxnId="{2CE9BA2E-ACF3-44AC-8F36-56863461FA56}">
      <dgm:prSet/>
      <dgm:spPr/>
      <dgm:t>
        <a:bodyPr/>
        <a:lstStyle/>
        <a:p>
          <a:endParaRPr lang="en-US"/>
        </a:p>
      </dgm:t>
    </dgm:pt>
    <dgm:pt modelId="{5D7CE30C-CA1D-4B48-A7E0-506A9F89944A}">
      <dgm:prSet phldrT="[Text]"/>
      <dgm:spPr/>
      <dgm:t>
        <a:bodyPr/>
        <a:lstStyle/>
        <a:p>
          <a:r>
            <a:rPr lang="en-US" noProof="0" dirty="0"/>
            <a:t>More evaporation</a:t>
          </a:r>
        </a:p>
      </dgm:t>
    </dgm:pt>
    <dgm:pt modelId="{1523D530-29A3-42E7-AF75-E969857DE67F}" type="parTrans" cxnId="{E4ABB5E7-4383-44E2-A035-15CCF15C4CD3}">
      <dgm:prSet/>
      <dgm:spPr/>
      <dgm:t>
        <a:bodyPr/>
        <a:lstStyle/>
        <a:p>
          <a:endParaRPr lang="en-US"/>
        </a:p>
      </dgm:t>
    </dgm:pt>
    <dgm:pt modelId="{B2756A7F-A040-4287-9D6A-893E1CD82CF3}" type="sibTrans" cxnId="{E4ABB5E7-4383-44E2-A035-15CCF15C4CD3}">
      <dgm:prSet/>
      <dgm:spPr/>
      <dgm:t>
        <a:bodyPr/>
        <a:lstStyle/>
        <a:p>
          <a:endParaRPr lang="en-US"/>
        </a:p>
      </dgm:t>
    </dgm:pt>
    <dgm:pt modelId="{3005FB46-22A3-4993-AC96-1696D0CD2561}">
      <dgm:prSet phldrT="[Text]"/>
      <dgm:spPr/>
      <dgm:t>
        <a:bodyPr/>
        <a:lstStyle/>
        <a:p>
          <a:r>
            <a:rPr lang="de-DE" dirty="0"/>
            <a:t>More </a:t>
          </a:r>
          <a:br>
            <a:rPr lang="de-DE" dirty="0"/>
          </a:br>
          <a:r>
            <a:rPr lang="de-DE" dirty="0" err="1"/>
            <a:t>clouds</a:t>
          </a:r>
          <a:endParaRPr lang="en-US" dirty="0"/>
        </a:p>
      </dgm:t>
    </dgm:pt>
    <dgm:pt modelId="{CE521CB1-D2C7-47EA-BC9F-3D72B52ADE35}" type="parTrans" cxnId="{5144D3D2-00DE-4CDE-8802-BC7CFA55AAD5}">
      <dgm:prSet/>
      <dgm:spPr/>
      <dgm:t>
        <a:bodyPr/>
        <a:lstStyle/>
        <a:p>
          <a:endParaRPr lang="en-US"/>
        </a:p>
      </dgm:t>
    </dgm:pt>
    <dgm:pt modelId="{1C618899-FEC9-4284-B607-B511875722A1}" type="sibTrans" cxnId="{5144D3D2-00DE-4CDE-8802-BC7CFA55AAD5}">
      <dgm:prSet/>
      <dgm:spPr/>
      <dgm:t>
        <a:bodyPr/>
        <a:lstStyle/>
        <a:p>
          <a:endParaRPr lang="en-US"/>
        </a:p>
      </dgm:t>
    </dgm:pt>
    <dgm:pt modelId="{D9CAE51F-0FEE-4E01-901D-B12A83E077E8}">
      <dgm:prSet phldrT="[Text]"/>
      <dgm:spPr/>
      <dgm:t>
        <a:bodyPr/>
        <a:lstStyle/>
        <a:p>
          <a:r>
            <a:rPr lang="en-US" noProof="0" dirty="0"/>
            <a:t>More reflection</a:t>
          </a:r>
        </a:p>
      </dgm:t>
    </dgm:pt>
    <dgm:pt modelId="{71D27A1F-8F67-41DA-815C-1D112D7EC734}" type="parTrans" cxnId="{A0DDFE52-2ACE-4AA8-8158-72BCED4F361D}">
      <dgm:prSet/>
      <dgm:spPr/>
      <dgm:t>
        <a:bodyPr/>
        <a:lstStyle/>
        <a:p>
          <a:endParaRPr lang="en-US"/>
        </a:p>
      </dgm:t>
    </dgm:pt>
    <dgm:pt modelId="{A6EFA365-96F2-4D05-A6B5-3FA49C449FEC}" type="sibTrans" cxnId="{A0DDFE52-2ACE-4AA8-8158-72BCED4F361D}">
      <dgm:prSet/>
      <dgm:spPr/>
      <dgm:t>
        <a:bodyPr/>
        <a:lstStyle/>
        <a:p>
          <a:endParaRPr lang="en-US"/>
        </a:p>
      </dgm:t>
    </dgm:pt>
    <dgm:pt modelId="{946085B7-B0F8-40B0-B621-DDDD0EDB778B}">
      <dgm:prSet phldrT="[Text]"/>
      <dgm:spPr/>
      <dgm:t>
        <a:bodyPr/>
        <a:lstStyle/>
        <a:p>
          <a:r>
            <a:rPr lang="en-US" noProof="0" dirty="0"/>
            <a:t>Cooler with fewer clouds</a:t>
          </a:r>
        </a:p>
      </dgm:t>
    </dgm:pt>
    <dgm:pt modelId="{55BE7869-60BD-4CEC-88F5-3A969B18A4CA}" type="parTrans" cxnId="{0A689E0F-EA80-48ED-B04D-2563046D9E2A}">
      <dgm:prSet/>
      <dgm:spPr/>
      <dgm:t>
        <a:bodyPr/>
        <a:lstStyle/>
        <a:p>
          <a:endParaRPr lang="en-US"/>
        </a:p>
      </dgm:t>
    </dgm:pt>
    <dgm:pt modelId="{0E594981-2443-401F-8A7D-CA2D369C0E1E}" type="sibTrans" cxnId="{0A689E0F-EA80-48ED-B04D-2563046D9E2A}">
      <dgm:prSet/>
      <dgm:spPr/>
      <dgm:t>
        <a:bodyPr/>
        <a:lstStyle/>
        <a:p>
          <a:endParaRPr lang="en-US"/>
        </a:p>
      </dgm:t>
    </dgm:pt>
    <dgm:pt modelId="{95B5C656-4681-4895-9F20-FCC0C7730BFA}" type="pres">
      <dgm:prSet presAssocID="{67312496-A117-46A6-B66A-D897E9BF3D33}" presName="Name0" presStyleCnt="0">
        <dgm:presLayoutVars>
          <dgm:dir/>
          <dgm:resizeHandles val="exact"/>
        </dgm:presLayoutVars>
      </dgm:prSet>
      <dgm:spPr/>
    </dgm:pt>
    <dgm:pt modelId="{C972B215-1B58-4CB9-9BAF-0F20F330EF90}" type="pres">
      <dgm:prSet presAssocID="{67312496-A117-46A6-B66A-D897E9BF3D33}" presName="cycle" presStyleCnt="0"/>
      <dgm:spPr/>
    </dgm:pt>
    <dgm:pt modelId="{5799486D-9CF3-4A12-8675-66D5F1CB008B}" type="pres">
      <dgm:prSet presAssocID="{70AB2FFA-555F-48B2-BEAE-683EFA95D941}" presName="nodeFirstNode" presStyleLbl="node1" presStyleIdx="0" presStyleCnt="5">
        <dgm:presLayoutVars>
          <dgm:bulletEnabled val="1"/>
        </dgm:presLayoutVars>
      </dgm:prSet>
      <dgm:spPr/>
    </dgm:pt>
    <dgm:pt modelId="{6ABD61D7-CAA2-4E11-BE10-3854C9040201}" type="pres">
      <dgm:prSet presAssocID="{AE9E3934-A696-4619-B039-8FC6C72EF5DF}" presName="sibTransFirstNode" presStyleLbl="bgShp" presStyleIdx="0" presStyleCnt="1"/>
      <dgm:spPr/>
    </dgm:pt>
    <dgm:pt modelId="{4816DA5D-4B57-4729-9035-44FF7EA8A9BF}" type="pres">
      <dgm:prSet presAssocID="{5D7CE30C-CA1D-4B48-A7E0-506A9F89944A}" presName="nodeFollowingNodes" presStyleLbl="node1" presStyleIdx="1" presStyleCnt="5">
        <dgm:presLayoutVars>
          <dgm:bulletEnabled val="1"/>
        </dgm:presLayoutVars>
      </dgm:prSet>
      <dgm:spPr/>
    </dgm:pt>
    <dgm:pt modelId="{C9FFE033-EBCE-4AEF-83CA-477BD0C5031B}" type="pres">
      <dgm:prSet presAssocID="{3005FB46-22A3-4993-AC96-1696D0CD2561}" presName="nodeFollowingNodes" presStyleLbl="node1" presStyleIdx="2" presStyleCnt="5">
        <dgm:presLayoutVars>
          <dgm:bulletEnabled val="1"/>
        </dgm:presLayoutVars>
      </dgm:prSet>
      <dgm:spPr/>
    </dgm:pt>
    <dgm:pt modelId="{748F5DF6-E224-47C5-9168-A4D0B6B183C7}" type="pres">
      <dgm:prSet presAssocID="{D9CAE51F-0FEE-4E01-901D-B12A83E077E8}" presName="nodeFollowingNodes" presStyleLbl="node1" presStyleIdx="3" presStyleCnt="5">
        <dgm:presLayoutVars>
          <dgm:bulletEnabled val="1"/>
        </dgm:presLayoutVars>
      </dgm:prSet>
      <dgm:spPr/>
    </dgm:pt>
    <dgm:pt modelId="{7B3CAC3B-6ECA-49CB-A355-F9AA7C50B74D}" type="pres">
      <dgm:prSet presAssocID="{946085B7-B0F8-40B0-B621-DDDD0EDB778B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0A689E0F-EA80-48ED-B04D-2563046D9E2A}" srcId="{67312496-A117-46A6-B66A-D897E9BF3D33}" destId="{946085B7-B0F8-40B0-B621-DDDD0EDB778B}" srcOrd="4" destOrd="0" parTransId="{55BE7869-60BD-4CEC-88F5-3A969B18A4CA}" sibTransId="{0E594981-2443-401F-8A7D-CA2D369C0E1E}"/>
    <dgm:cxn modelId="{978CF529-BD78-47F2-ACC3-34FB03A8308B}" type="presOf" srcId="{3005FB46-22A3-4993-AC96-1696D0CD2561}" destId="{C9FFE033-EBCE-4AEF-83CA-477BD0C5031B}" srcOrd="0" destOrd="0" presId="urn:microsoft.com/office/officeart/2005/8/layout/cycle3"/>
    <dgm:cxn modelId="{2CE9BA2E-ACF3-44AC-8F36-56863461FA56}" srcId="{67312496-A117-46A6-B66A-D897E9BF3D33}" destId="{70AB2FFA-555F-48B2-BEAE-683EFA95D941}" srcOrd="0" destOrd="0" parTransId="{0E73FB13-BD2A-4900-A05B-E536A6163253}" sibTransId="{AE9E3934-A696-4619-B039-8FC6C72EF5DF}"/>
    <dgm:cxn modelId="{A0DDFE52-2ACE-4AA8-8158-72BCED4F361D}" srcId="{67312496-A117-46A6-B66A-D897E9BF3D33}" destId="{D9CAE51F-0FEE-4E01-901D-B12A83E077E8}" srcOrd="3" destOrd="0" parTransId="{71D27A1F-8F67-41DA-815C-1D112D7EC734}" sibTransId="{A6EFA365-96F2-4D05-A6B5-3FA49C449FEC}"/>
    <dgm:cxn modelId="{3338A054-55EE-42ED-9AA2-4CECE57F54FA}" type="presOf" srcId="{67312496-A117-46A6-B66A-D897E9BF3D33}" destId="{95B5C656-4681-4895-9F20-FCC0C7730BFA}" srcOrd="0" destOrd="0" presId="urn:microsoft.com/office/officeart/2005/8/layout/cycle3"/>
    <dgm:cxn modelId="{5D294755-A155-4D19-B965-59DD5A62E848}" type="presOf" srcId="{D9CAE51F-0FEE-4E01-901D-B12A83E077E8}" destId="{748F5DF6-E224-47C5-9168-A4D0B6B183C7}" srcOrd="0" destOrd="0" presId="urn:microsoft.com/office/officeart/2005/8/layout/cycle3"/>
    <dgm:cxn modelId="{14B489A3-CD32-4A8F-ACD5-EF9A09E3E658}" type="presOf" srcId="{70AB2FFA-555F-48B2-BEAE-683EFA95D941}" destId="{5799486D-9CF3-4A12-8675-66D5F1CB008B}" srcOrd="0" destOrd="0" presId="urn:microsoft.com/office/officeart/2005/8/layout/cycle3"/>
    <dgm:cxn modelId="{6616F6A5-DC3A-4EE6-A16C-156DFAD8F535}" type="presOf" srcId="{AE9E3934-A696-4619-B039-8FC6C72EF5DF}" destId="{6ABD61D7-CAA2-4E11-BE10-3854C9040201}" srcOrd="0" destOrd="0" presId="urn:microsoft.com/office/officeart/2005/8/layout/cycle3"/>
    <dgm:cxn modelId="{9E2D07C0-D072-4015-8FFE-6F44B8244C7A}" type="presOf" srcId="{946085B7-B0F8-40B0-B621-DDDD0EDB778B}" destId="{7B3CAC3B-6ECA-49CB-A355-F9AA7C50B74D}" srcOrd="0" destOrd="0" presId="urn:microsoft.com/office/officeart/2005/8/layout/cycle3"/>
    <dgm:cxn modelId="{5144D3D2-00DE-4CDE-8802-BC7CFA55AAD5}" srcId="{67312496-A117-46A6-B66A-D897E9BF3D33}" destId="{3005FB46-22A3-4993-AC96-1696D0CD2561}" srcOrd="2" destOrd="0" parTransId="{CE521CB1-D2C7-47EA-BC9F-3D72B52ADE35}" sibTransId="{1C618899-FEC9-4284-B607-B511875722A1}"/>
    <dgm:cxn modelId="{E4ABB5E7-4383-44E2-A035-15CCF15C4CD3}" srcId="{67312496-A117-46A6-B66A-D897E9BF3D33}" destId="{5D7CE30C-CA1D-4B48-A7E0-506A9F89944A}" srcOrd="1" destOrd="0" parTransId="{1523D530-29A3-42E7-AF75-E969857DE67F}" sibTransId="{B2756A7F-A040-4287-9D6A-893E1CD82CF3}"/>
    <dgm:cxn modelId="{CF5602EB-8F42-4981-A7D9-C4673D297B32}" type="presOf" srcId="{5D7CE30C-CA1D-4B48-A7E0-506A9F89944A}" destId="{4816DA5D-4B57-4729-9035-44FF7EA8A9BF}" srcOrd="0" destOrd="0" presId="urn:microsoft.com/office/officeart/2005/8/layout/cycle3"/>
    <dgm:cxn modelId="{A7E48F43-606A-4C26-94E7-A79A39B86F05}" type="presParOf" srcId="{95B5C656-4681-4895-9F20-FCC0C7730BFA}" destId="{C972B215-1B58-4CB9-9BAF-0F20F330EF90}" srcOrd="0" destOrd="0" presId="urn:microsoft.com/office/officeart/2005/8/layout/cycle3"/>
    <dgm:cxn modelId="{8C8CD89A-69AB-4E6B-B494-0F5286DF7ECC}" type="presParOf" srcId="{C972B215-1B58-4CB9-9BAF-0F20F330EF90}" destId="{5799486D-9CF3-4A12-8675-66D5F1CB008B}" srcOrd="0" destOrd="0" presId="urn:microsoft.com/office/officeart/2005/8/layout/cycle3"/>
    <dgm:cxn modelId="{D4DA314C-377E-49BE-8D21-73CB6F472E64}" type="presParOf" srcId="{C972B215-1B58-4CB9-9BAF-0F20F330EF90}" destId="{6ABD61D7-CAA2-4E11-BE10-3854C9040201}" srcOrd="1" destOrd="0" presId="urn:microsoft.com/office/officeart/2005/8/layout/cycle3"/>
    <dgm:cxn modelId="{F6B1C25F-9317-4160-82AA-158C17935B4F}" type="presParOf" srcId="{C972B215-1B58-4CB9-9BAF-0F20F330EF90}" destId="{4816DA5D-4B57-4729-9035-44FF7EA8A9BF}" srcOrd="2" destOrd="0" presId="urn:microsoft.com/office/officeart/2005/8/layout/cycle3"/>
    <dgm:cxn modelId="{0E4AD5AA-8F7D-4A1B-983C-4FCE8EF0BC56}" type="presParOf" srcId="{C972B215-1B58-4CB9-9BAF-0F20F330EF90}" destId="{C9FFE033-EBCE-4AEF-83CA-477BD0C5031B}" srcOrd="3" destOrd="0" presId="urn:microsoft.com/office/officeart/2005/8/layout/cycle3"/>
    <dgm:cxn modelId="{6EDC9816-FA7F-44B9-A436-3D39D30B2037}" type="presParOf" srcId="{C972B215-1B58-4CB9-9BAF-0F20F330EF90}" destId="{748F5DF6-E224-47C5-9168-A4D0B6B183C7}" srcOrd="4" destOrd="0" presId="urn:microsoft.com/office/officeart/2005/8/layout/cycle3"/>
    <dgm:cxn modelId="{734C09D1-CEB4-4C60-97CD-91A21EBE4D06}" type="presParOf" srcId="{C972B215-1B58-4CB9-9BAF-0F20F330EF90}" destId="{7B3CAC3B-6ECA-49CB-A355-F9AA7C50B74D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12496-A117-46A6-B66A-D897E9BF3D33}" type="doc">
      <dgm:prSet loTypeId="urn:microsoft.com/office/officeart/2005/8/layout/cycle3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0AB2FFA-555F-48B2-BEAE-683EFA95D941}">
      <dgm:prSet phldrT="[Text]"/>
      <dgm:spPr/>
      <dgm:t>
        <a:bodyPr/>
        <a:lstStyle/>
        <a:p>
          <a:r>
            <a:rPr lang="en-US" noProof="0" dirty="0"/>
            <a:t>Less ice</a:t>
          </a:r>
        </a:p>
      </dgm:t>
    </dgm:pt>
    <dgm:pt modelId="{0E73FB13-BD2A-4900-A05B-E536A6163253}" type="parTrans" cxnId="{2CE9BA2E-ACF3-44AC-8F36-56863461FA56}">
      <dgm:prSet/>
      <dgm:spPr/>
      <dgm:t>
        <a:bodyPr/>
        <a:lstStyle/>
        <a:p>
          <a:endParaRPr lang="en-US"/>
        </a:p>
      </dgm:t>
    </dgm:pt>
    <dgm:pt modelId="{AE9E3934-A696-4619-B039-8FC6C72EF5DF}" type="sibTrans" cxnId="{2CE9BA2E-ACF3-44AC-8F36-56863461FA56}">
      <dgm:prSet/>
      <dgm:spPr/>
      <dgm:t>
        <a:bodyPr/>
        <a:lstStyle/>
        <a:p>
          <a:endParaRPr lang="en-US"/>
        </a:p>
      </dgm:t>
    </dgm:pt>
    <dgm:pt modelId="{5D7CE30C-CA1D-4B48-A7E0-506A9F89944A}">
      <dgm:prSet phldrT="[Text]"/>
      <dgm:spPr/>
      <dgm:t>
        <a:bodyPr/>
        <a:lstStyle/>
        <a:p>
          <a:r>
            <a:rPr lang="en-US" noProof="0" dirty="0"/>
            <a:t>Less reflection</a:t>
          </a:r>
        </a:p>
      </dgm:t>
    </dgm:pt>
    <dgm:pt modelId="{1523D530-29A3-42E7-AF75-E969857DE67F}" type="parTrans" cxnId="{E4ABB5E7-4383-44E2-A035-15CCF15C4CD3}">
      <dgm:prSet/>
      <dgm:spPr/>
      <dgm:t>
        <a:bodyPr/>
        <a:lstStyle/>
        <a:p>
          <a:endParaRPr lang="en-US"/>
        </a:p>
      </dgm:t>
    </dgm:pt>
    <dgm:pt modelId="{B2756A7F-A040-4287-9D6A-893E1CD82CF3}" type="sibTrans" cxnId="{E4ABB5E7-4383-44E2-A035-15CCF15C4CD3}">
      <dgm:prSet/>
      <dgm:spPr/>
      <dgm:t>
        <a:bodyPr/>
        <a:lstStyle/>
        <a:p>
          <a:endParaRPr lang="en-US"/>
        </a:p>
      </dgm:t>
    </dgm:pt>
    <dgm:pt modelId="{3005FB46-22A3-4993-AC96-1696D0CD2561}">
      <dgm:prSet phldrT="[Text]"/>
      <dgm:spPr/>
      <dgm:t>
        <a:bodyPr/>
        <a:lstStyle/>
        <a:p>
          <a:r>
            <a:rPr lang="en-US" noProof="0" dirty="0"/>
            <a:t>More heat absorbed</a:t>
          </a:r>
        </a:p>
      </dgm:t>
    </dgm:pt>
    <dgm:pt modelId="{CE521CB1-D2C7-47EA-BC9F-3D72B52ADE35}" type="parTrans" cxnId="{5144D3D2-00DE-4CDE-8802-BC7CFA55AAD5}">
      <dgm:prSet/>
      <dgm:spPr/>
      <dgm:t>
        <a:bodyPr/>
        <a:lstStyle/>
        <a:p>
          <a:endParaRPr lang="en-US"/>
        </a:p>
      </dgm:t>
    </dgm:pt>
    <dgm:pt modelId="{1C618899-FEC9-4284-B607-B511875722A1}" type="sibTrans" cxnId="{5144D3D2-00DE-4CDE-8802-BC7CFA55AAD5}">
      <dgm:prSet/>
      <dgm:spPr/>
      <dgm:t>
        <a:bodyPr/>
        <a:lstStyle/>
        <a:p>
          <a:endParaRPr lang="en-US"/>
        </a:p>
      </dgm:t>
    </dgm:pt>
    <dgm:pt modelId="{D9CAE51F-0FEE-4E01-901D-B12A83E077E8}">
      <dgm:prSet phldrT="[Text]"/>
      <dgm:spPr/>
      <dgm:t>
        <a:bodyPr/>
        <a:lstStyle/>
        <a:p>
          <a:r>
            <a:rPr lang="en-US" noProof="0" dirty="0"/>
            <a:t>More melted ice</a:t>
          </a:r>
        </a:p>
      </dgm:t>
    </dgm:pt>
    <dgm:pt modelId="{71D27A1F-8F67-41DA-815C-1D112D7EC734}" type="parTrans" cxnId="{A0DDFE52-2ACE-4AA8-8158-72BCED4F361D}">
      <dgm:prSet/>
      <dgm:spPr/>
      <dgm:t>
        <a:bodyPr/>
        <a:lstStyle/>
        <a:p>
          <a:endParaRPr lang="en-US"/>
        </a:p>
      </dgm:t>
    </dgm:pt>
    <dgm:pt modelId="{A6EFA365-96F2-4D05-A6B5-3FA49C449FEC}" type="sibTrans" cxnId="{A0DDFE52-2ACE-4AA8-8158-72BCED4F361D}">
      <dgm:prSet/>
      <dgm:spPr/>
      <dgm:t>
        <a:bodyPr/>
        <a:lstStyle/>
        <a:p>
          <a:endParaRPr lang="en-US"/>
        </a:p>
      </dgm:t>
    </dgm:pt>
    <dgm:pt modelId="{946085B7-B0F8-40B0-B621-DDDD0EDB778B}">
      <dgm:prSet phldrT="[Text]"/>
      <dgm:spPr/>
      <dgm:t>
        <a:bodyPr/>
        <a:lstStyle/>
        <a:p>
          <a:r>
            <a:rPr lang="en-US" noProof="0" dirty="0"/>
            <a:t>More heat</a:t>
          </a:r>
        </a:p>
      </dgm:t>
    </dgm:pt>
    <dgm:pt modelId="{55BE7869-60BD-4CEC-88F5-3A969B18A4CA}" type="parTrans" cxnId="{0A689E0F-EA80-48ED-B04D-2563046D9E2A}">
      <dgm:prSet/>
      <dgm:spPr/>
      <dgm:t>
        <a:bodyPr/>
        <a:lstStyle/>
        <a:p>
          <a:endParaRPr lang="en-US"/>
        </a:p>
      </dgm:t>
    </dgm:pt>
    <dgm:pt modelId="{0E594981-2443-401F-8A7D-CA2D369C0E1E}" type="sibTrans" cxnId="{0A689E0F-EA80-48ED-B04D-2563046D9E2A}">
      <dgm:prSet/>
      <dgm:spPr/>
      <dgm:t>
        <a:bodyPr/>
        <a:lstStyle/>
        <a:p>
          <a:endParaRPr lang="en-US"/>
        </a:p>
      </dgm:t>
    </dgm:pt>
    <dgm:pt modelId="{95B5C656-4681-4895-9F20-FCC0C7730BFA}" type="pres">
      <dgm:prSet presAssocID="{67312496-A117-46A6-B66A-D897E9BF3D33}" presName="Name0" presStyleCnt="0">
        <dgm:presLayoutVars>
          <dgm:dir/>
          <dgm:resizeHandles val="exact"/>
        </dgm:presLayoutVars>
      </dgm:prSet>
      <dgm:spPr/>
    </dgm:pt>
    <dgm:pt modelId="{C972B215-1B58-4CB9-9BAF-0F20F330EF90}" type="pres">
      <dgm:prSet presAssocID="{67312496-A117-46A6-B66A-D897E9BF3D33}" presName="cycle" presStyleCnt="0"/>
      <dgm:spPr/>
    </dgm:pt>
    <dgm:pt modelId="{5799486D-9CF3-4A12-8675-66D5F1CB008B}" type="pres">
      <dgm:prSet presAssocID="{70AB2FFA-555F-48B2-BEAE-683EFA95D941}" presName="nodeFirstNode" presStyleLbl="node1" presStyleIdx="0" presStyleCnt="5">
        <dgm:presLayoutVars>
          <dgm:bulletEnabled val="1"/>
        </dgm:presLayoutVars>
      </dgm:prSet>
      <dgm:spPr/>
    </dgm:pt>
    <dgm:pt modelId="{6ABD61D7-CAA2-4E11-BE10-3854C9040201}" type="pres">
      <dgm:prSet presAssocID="{AE9E3934-A696-4619-B039-8FC6C72EF5DF}" presName="sibTransFirstNode" presStyleLbl="bgShp" presStyleIdx="0" presStyleCnt="1"/>
      <dgm:spPr/>
    </dgm:pt>
    <dgm:pt modelId="{4816DA5D-4B57-4729-9035-44FF7EA8A9BF}" type="pres">
      <dgm:prSet presAssocID="{5D7CE30C-CA1D-4B48-A7E0-506A9F89944A}" presName="nodeFollowingNodes" presStyleLbl="node1" presStyleIdx="1" presStyleCnt="5">
        <dgm:presLayoutVars>
          <dgm:bulletEnabled val="1"/>
        </dgm:presLayoutVars>
      </dgm:prSet>
      <dgm:spPr/>
    </dgm:pt>
    <dgm:pt modelId="{C9FFE033-EBCE-4AEF-83CA-477BD0C5031B}" type="pres">
      <dgm:prSet presAssocID="{3005FB46-22A3-4993-AC96-1696D0CD2561}" presName="nodeFollowingNodes" presStyleLbl="node1" presStyleIdx="2" presStyleCnt="5">
        <dgm:presLayoutVars>
          <dgm:bulletEnabled val="1"/>
        </dgm:presLayoutVars>
      </dgm:prSet>
      <dgm:spPr/>
    </dgm:pt>
    <dgm:pt modelId="{748F5DF6-E224-47C5-9168-A4D0B6B183C7}" type="pres">
      <dgm:prSet presAssocID="{D9CAE51F-0FEE-4E01-901D-B12A83E077E8}" presName="nodeFollowingNodes" presStyleLbl="node1" presStyleIdx="3" presStyleCnt="5">
        <dgm:presLayoutVars>
          <dgm:bulletEnabled val="1"/>
        </dgm:presLayoutVars>
      </dgm:prSet>
      <dgm:spPr/>
    </dgm:pt>
    <dgm:pt modelId="{7B3CAC3B-6ECA-49CB-A355-F9AA7C50B74D}" type="pres">
      <dgm:prSet presAssocID="{946085B7-B0F8-40B0-B621-DDDD0EDB778B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0A689E0F-EA80-48ED-B04D-2563046D9E2A}" srcId="{67312496-A117-46A6-B66A-D897E9BF3D33}" destId="{946085B7-B0F8-40B0-B621-DDDD0EDB778B}" srcOrd="4" destOrd="0" parTransId="{55BE7869-60BD-4CEC-88F5-3A969B18A4CA}" sibTransId="{0E594981-2443-401F-8A7D-CA2D369C0E1E}"/>
    <dgm:cxn modelId="{978CF529-BD78-47F2-ACC3-34FB03A8308B}" type="presOf" srcId="{3005FB46-22A3-4993-AC96-1696D0CD2561}" destId="{C9FFE033-EBCE-4AEF-83CA-477BD0C5031B}" srcOrd="0" destOrd="0" presId="urn:microsoft.com/office/officeart/2005/8/layout/cycle3"/>
    <dgm:cxn modelId="{2CE9BA2E-ACF3-44AC-8F36-56863461FA56}" srcId="{67312496-A117-46A6-B66A-D897E9BF3D33}" destId="{70AB2FFA-555F-48B2-BEAE-683EFA95D941}" srcOrd="0" destOrd="0" parTransId="{0E73FB13-BD2A-4900-A05B-E536A6163253}" sibTransId="{AE9E3934-A696-4619-B039-8FC6C72EF5DF}"/>
    <dgm:cxn modelId="{A0DDFE52-2ACE-4AA8-8158-72BCED4F361D}" srcId="{67312496-A117-46A6-B66A-D897E9BF3D33}" destId="{D9CAE51F-0FEE-4E01-901D-B12A83E077E8}" srcOrd="3" destOrd="0" parTransId="{71D27A1F-8F67-41DA-815C-1D112D7EC734}" sibTransId="{A6EFA365-96F2-4D05-A6B5-3FA49C449FEC}"/>
    <dgm:cxn modelId="{3338A054-55EE-42ED-9AA2-4CECE57F54FA}" type="presOf" srcId="{67312496-A117-46A6-B66A-D897E9BF3D33}" destId="{95B5C656-4681-4895-9F20-FCC0C7730BFA}" srcOrd="0" destOrd="0" presId="urn:microsoft.com/office/officeart/2005/8/layout/cycle3"/>
    <dgm:cxn modelId="{5D294755-A155-4D19-B965-59DD5A62E848}" type="presOf" srcId="{D9CAE51F-0FEE-4E01-901D-B12A83E077E8}" destId="{748F5DF6-E224-47C5-9168-A4D0B6B183C7}" srcOrd="0" destOrd="0" presId="urn:microsoft.com/office/officeart/2005/8/layout/cycle3"/>
    <dgm:cxn modelId="{14B489A3-CD32-4A8F-ACD5-EF9A09E3E658}" type="presOf" srcId="{70AB2FFA-555F-48B2-BEAE-683EFA95D941}" destId="{5799486D-9CF3-4A12-8675-66D5F1CB008B}" srcOrd="0" destOrd="0" presId="urn:microsoft.com/office/officeart/2005/8/layout/cycle3"/>
    <dgm:cxn modelId="{6616F6A5-DC3A-4EE6-A16C-156DFAD8F535}" type="presOf" srcId="{AE9E3934-A696-4619-B039-8FC6C72EF5DF}" destId="{6ABD61D7-CAA2-4E11-BE10-3854C9040201}" srcOrd="0" destOrd="0" presId="urn:microsoft.com/office/officeart/2005/8/layout/cycle3"/>
    <dgm:cxn modelId="{9E2D07C0-D072-4015-8FFE-6F44B8244C7A}" type="presOf" srcId="{946085B7-B0F8-40B0-B621-DDDD0EDB778B}" destId="{7B3CAC3B-6ECA-49CB-A355-F9AA7C50B74D}" srcOrd="0" destOrd="0" presId="urn:microsoft.com/office/officeart/2005/8/layout/cycle3"/>
    <dgm:cxn modelId="{5144D3D2-00DE-4CDE-8802-BC7CFA55AAD5}" srcId="{67312496-A117-46A6-B66A-D897E9BF3D33}" destId="{3005FB46-22A3-4993-AC96-1696D0CD2561}" srcOrd="2" destOrd="0" parTransId="{CE521CB1-D2C7-47EA-BC9F-3D72B52ADE35}" sibTransId="{1C618899-FEC9-4284-B607-B511875722A1}"/>
    <dgm:cxn modelId="{E4ABB5E7-4383-44E2-A035-15CCF15C4CD3}" srcId="{67312496-A117-46A6-B66A-D897E9BF3D33}" destId="{5D7CE30C-CA1D-4B48-A7E0-506A9F89944A}" srcOrd="1" destOrd="0" parTransId="{1523D530-29A3-42E7-AF75-E969857DE67F}" sibTransId="{B2756A7F-A040-4287-9D6A-893E1CD82CF3}"/>
    <dgm:cxn modelId="{CF5602EB-8F42-4981-A7D9-C4673D297B32}" type="presOf" srcId="{5D7CE30C-CA1D-4B48-A7E0-506A9F89944A}" destId="{4816DA5D-4B57-4729-9035-44FF7EA8A9BF}" srcOrd="0" destOrd="0" presId="urn:microsoft.com/office/officeart/2005/8/layout/cycle3"/>
    <dgm:cxn modelId="{A7E48F43-606A-4C26-94E7-A79A39B86F05}" type="presParOf" srcId="{95B5C656-4681-4895-9F20-FCC0C7730BFA}" destId="{C972B215-1B58-4CB9-9BAF-0F20F330EF90}" srcOrd="0" destOrd="0" presId="urn:microsoft.com/office/officeart/2005/8/layout/cycle3"/>
    <dgm:cxn modelId="{8C8CD89A-69AB-4E6B-B494-0F5286DF7ECC}" type="presParOf" srcId="{C972B215-1B58-4CB9-9BAF-0F20F330EF90}" destId="{5799486D-9CF3-4A12-8675-66D5F1CB008B}" srcOrd="0" destOrd="0" presId="urn:microsoft.com/office/officeart/2005/8/layout/cycle3"/>
    <dgm:cxn modelId="{D4DA314C-377E-49BE-8D21-73CB6F472E64}" type="presParOf" srcId="{C972B215-1B58-4CB9-9BAF-0F20F330EF90}" destId="{6ABD61D7-CAA2-4E11-BE10-3854C9040201}" srcOrd="1" destOrd="0" presId="urn:microsoft.com/office/officeart/2005/8/layout/cycle3"/>
    <dgm:cxn modelId="{F6B1C25F-9317-4160-82AA-158C17935B4F}" type="presParOf" srcId="{C972B215-1B58-4CB9-9BAF-0F20F330EF90}" destId="{4816DA5D-4B57-4729-9035-44FF7EA8A9BF}" srcOrd="2" destOrd="0" presId="urn:microsoft.com/office/officeart/2005/8/layout/cycle3"/>
    <dgm:cxn modelId="{0E4AD5AA-8F7D-4A1B-983C-4FCE8EF0BC56}" type="presParOf" srcId="{C972B215-1B58-4CB9-9BAF-0F20F330EF90}" destId="{C9FFE033-EBCE-4AEF-83CA-477BD0C5031B}" srcOrd="3" destOrd="0" presId="urn:microsoft.com/office/officeart/2005/8/layout/cycle3"/>
    <dgm:cxn modelId="{6EDC9816-FA7F-44B9-A436-3D39D30B2037}" type="presParOf" srcId="{C972B215-1B58-4CB9-9BAF-0F20F330EF90}" destId="{748F5DF6-E224-47C5-9168-A4D0B6B183C7}" srcOrd="4" destOrd="0" presId="urn:microsoft.com/office/officeart/2005/8/layout/cycle3"/>
    <dgm:cxn modelId="{734C09D1-CEB4-4C60-97CD-91A21EBE4D06}" type="presParOf" srcId="{C972B215-1B58-4CB9-9BAF-0F20F330EF90}" destId="{7B3CAC3B-6ECA-49CB-A355-F9AA7C50B74D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BD61D7-CAA2-4E11-BE10-3854C9040201}">
      <dsp:nvSpPr>
        <dsp:cNvPr id="0" name=""/>
        <dsp:cNvSpPr/>
      </dsp:nvSpPr>
      <dsp:spPr>
        <a:xfrm>
          <a:off x="552956" y="-18289"/>
          <a:ext cx="3629484" cy="3629484"/>
        </a:xfrm>
        <a:prstGeom prst="circularArrow">
          <a:avLst>
            <a:gd name="adj1" fmla="val 5544"/>
            <a:gd name="adj2" fmla="val 330680"/>
            <a:gd name="adj3" fmla="val 13866881"/>
            <a:gd name="adj4" fmla="val 17330854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9486D-9CF3-4A12-8675-66D5F1CB008B}">
      <dsp:nvSpPr>
        <dsp:cNvPr id="0" name=""/>
        <dsp:cNvSpPr/>
      </dsp:nvSpPr>
      <dsp:spPr>
        <a:xfrm>
          <a:off x="1551490" y="967"/>
          <a:ext cx="1632417" cy="816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More </a:t>
          </a:r>
          <a:br>
            <a:rPr lang="en-US" sz="2000" kern="1200" noProof="0" dirty="0"/>
          </a:br>
          <a:r>
            <a:rPr lang="en-US" sz="2000" kern="1200" noProof="0" dirty="0"/>
            <a:t>heat</a:t>
          </a:r>
        </a:p>
      </dsp:txBody>
      <dsp:txXfrm>
        <a:off x="1591334" y="40811"/>
        <a:ext cx="1552729" cy="736520"/>
      </dsp:txXfrm>
    </dsp:sp>
    <dsp:sp modelId="{4816DA5D-4B57-4729-9035-44FF7EA8A9BF}">
      <dsp:nvSpPr>
        <dsp:cNvPr id="0" name=""/>
        <dsp:cNvSpPr/>
      </dsp:nvSpPr>
      <dsp:spPr>
        <a:xfrm>
          <a:off x="3023492" y="1070440"/>
          <a:ext cx="1632417" cy="816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More evaporation</a:t>
          </a:r>
        </a:p>
      </dsp:txBody>
      <dsp:txXfrm>
        <a:off x="3063336" y="1110284"/>
        <a:ext cx="1552729" cy="736520"/>
      </dsp:txXfrm>
    </dsp:sp>
    <dsp:sp modelId="{C9FFE033-EBCE-4AEF-83CA-477BD0C5031B}">
      <dsp:nvSpPr>
        <dsp:cNvPr id="0" name=""/>
        <dsp:cNvSpPr/>
      </dsp:nvSpPr>
      <dsp:spPr>
        <a:xfrm>
          <a:off x="2461237" y="2800882"/>
          <a:ext cx="1632417" cy="816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More </a:t>
          </a:r>
          <a:br>
            <a:rPr lang="de-DE" sz="2000" kern="1200" dirty="0"/>
          </a:br>
          <a:r>
            <a:rPr lang="de-DE" sz="2000" kern="1200" dirty="0" err="1"/>
            <a:t>clouds</a:t>
          </a:r>
          <a:endParaRPr lang="en-US" sz="2000" kern="1200" dirty="0"/>
        </a:p>
      </dsp:txBody>
      <dsp:txXfrm>
        <a:off x="2501081" y="2840726"/>
        <a:ext cx="1552729" cy="736520"/>
      </dsp:txXfrm>
    </dsp:sp>
    <dsp:sp modelId="{748F5DF6-E224-47C5-9168-A4D0B6B183C7}">
      <dsp:nvSpPr>
        <dsp:cNvPr id="0" name=""/>
        <dsp:cNvSpPr/>
      </dsp:nvSpPr>
      <dsp:spPr>
        <a:xfrm>
          <a:off x="641742" y="2800882"/>
          <a:ext cx="1632417" cy="816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More reflection</a:t>
          </a:r>
        </a:p>
      </dsp:txBody>
      <dsp:txXfrm>
        <a:off x="681586" y="2840726"/>
        <a:ext cx="1552729" cy="736520"/>
      </dsp:txXfrm>
    </dsp:sp>
    <dsp:sp modelId="{7B3CAC3B-6ECA-49CB-A355-F9AA7C50B74D}">
      <dsp:nvSpPr>
        <dsp:cNvPr id="0" name=""/>
        <dsp:cNvSpPr/>
      </dsp:nvSpPr>
      <dsp:spPr>
        <a:xfrm>
          <a:off x="79488" y="1070440"/>
          <a:ext cx="1632417" cy="816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Cooler with fewer clouds</a:t>
          </a:r>
        </a:p>
      </dsp:txBody>
      <dsp:txXfrm>
        <a:off x="119332" y="1110284"/>
        <a:ext cx="1552729" cy="736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BD61D7-CAA2-4E11-BE10-3854C9040201}">
      <dsp:nvSpPr>
        <dsp:cNvPr id="0" name=""/>
        <dsp:cNvSpPr/>
      </dsp:nvSpPr>
      <dsp:spPr>
        <a:xfrm>
          <a:off x="552956" y="-18289"/>
          <a:ext cx="3629484" cy="3629484"/>
        </a:xfrm>
        <a:prstGeom prst="circularArrow">
          <a:avLst>
            <a:gd name="adj1" fmla="val 5544"/>
            <a:gd name="adj2" fmla="val 330680"/>
            <a:gd name="adj3" fmla="val 13866881"/>
            <a:gd name="adj4" fmla="val 17330854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9486D-9CF3-4A12-8675-66D5F1CB008B}">
      <dsp:nvSpPr>
        <dsp:cNvPr id="0" name=""/>
        <dsp:cNvSpPr/>
      </dsp:nvSpPr>
      <dsp:spPr>
        <a:xfrm>
          <a:off x="1551490" y="967"/>
          <a:ext cx="1632417" cy="8162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Less ice</a:t>
          </a:r>
        </a:p>
      </dsp:txBody>
      <dsp:txXfrm>
        <a:off x="1591334" y="40811"/>
        <a:ext cx="1552729" cy="736520"/>
      </dsp:txXfrm>
    </dsp:sp>
    <dsp:sp modelId="{4816DA5D-4B57-4729-9035-44FF7EA8A9BF}">
      <dsp:nvSpPr>
        <dsp:cNvPr id="0" name=""/>
        <dsp:cNvSpPr/>
      </dsp:nvSpPr>
      <dsp:spPr>
        <a:xfrm>
          <a:off x="3023492" y="1070440"/>
          <a:ext cx="1632417" cy="8162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Less reflection</a:t>
          </a:r>
        </a:p>
      </dsp:txBody>
      <dsp:txXfrm>
        <a:off x="3063336" y="1110284"/>
        <a:ext cx="1552729" cy="736520"/>
      </dsp:txXfrm>
    </dsp:sp>
    <dsp:sp modelId="{C9FFE033-EBCE-4AEF-83CA-477BD0C5031B}">
      <dsp:nvSpPr>
        <dsp:cNvPr id="0" name=""/>
        <dsp:cNvSpPr/>
      </dsp:nvSpPr>
      <dsp:spPr>
        <a:xfrm>
          <a:off x="2461237" y="2800882"/>
          <a:ext cx="1632417" cy="8162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More heat absorbed</a:t>
          </a:r>
        </a:p>
      </dsp:txBody>
      <dsp:txXfrm>
        <a:off x="2501081" y="2840726"/>
        <a:ext cx="1552729" cy="736520"/>
      </dsp:txXfrm>
    </dsp:sp>
    <dsp:sp modelId="{748F5DF6-E224-47C5-9168-A4D0B6B183C7}">
      <dsp:nvSpPr>
        <dsp:cNvPr id="0" name=""/>
        <dsp:cNvSpPr/>
      </dsp:nvSpPr>
      <dsp:spPr>
        <a:xfrm>
          <a:off x="641742" y="2800882"/>
          <a:ext cx="1632417" cy="8162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More melted ice</a:t>
          </a:r>
        </a:p>
      </dsp:txBody>
      <dsp:txXfrm>
        <a:off x="681586" y="2840726"/>
        <a:ext cx="1552729" cy="736520"/>
      </dsp:txXfrm>
    </dsp:sp>
    <dsp:sp modelId="{7B3CAC3B-6ECA-49CB-A355-F9AA7C50B74D}">
      <dsp:nvSpPr>
        <dsp:cNvPr id="0" name=""/>
        <dsp:cNvSpPr/>
      </dsp:nvSpPr>
      <dsp:spPr>
        <a:xfrm>
          <a:off x="79488" y="1070440"/>
          <a:ext cx="1632417" cy="8162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More heat</a:t>
          </a:r>
        </a:p>
      </dsp:txBody>
      <dsp:txXfrm>
        <a:off x="119332" y="1110284"/>
        <a:ext cx="1552729" cy="736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3823" y="1593377"/>
            <a:ext cx="5320046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SUSTAINABILITY</a:t>
            </a:r>
            <a:br>
              <a:rPr dirty="0"/>
            </a:br>
            <a:r>
              <a:rPr dirty="0"/>
              <a:t>ISN'T IDEOLOGY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3823" y="5736211"/>
            <a:ext cx="5404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lang="en-US" dirty="0"/>
              <a:t>That’s</a:t>
            </a:r>
            <a:r>
              <a:rPr lang="de-DE" dirty="0"/>
              <a:t> not</a:t>
            </a:r>
            <a:r>
              <a:rPr dirty="0"/>
              <a:t> politics. Just cause and effect.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1D65E1-4F2C-492B-B07D-F2AE4CA750B6}"/>
              </a:ext>
            </a:extLst>
          </p:cNvPr>
          <p:cNvSpPr txBox="1"/>
          <p:nvPr/>
        </p:nvSpPr>
        <p:spPr>
          <a:xfrm>
            <a:off x="2488027" y="3797219"/>
            <a:ext cx="411195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br>
              <a:rPr dirty="0"/>
            </a:br>
            <a:r>
              <a:rPr dirty="0"/>
              <a:t>IT'S PHYSICS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657202"/>
            <a:ext cx="73246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EARTH IS A</a:t>
            </a:r>
            <a:endParaRPr lang="de-DE" dirty="0"/>
          </a:p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CLOSED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2974160"/>
            <a:ext cx="7324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Energy enters from the sun. Matter stays.</a:t>
            </a:r>
          </a:p>
        </p:txBody>
      </p:sp>
      <p:pic>
        <p:nvPicPr>
          <p:cNvPr id="4" name="Picture 2" descr="Earth transparent Images - Free Download on Freepik">
            <a:extLst>
              <a:ext uri="{FF2B5EF4-FFF2-40B4-BE49-F238E27FC236}">
                <a16:creationId xmlns:a16="http://schemas.microsoft.com/office/drawing/2014/main" id="{0A15EBFB-D707-47BD-9EC8-9D342C542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349" y="3350775"/>
            <a:ext cx="3766605" cy="326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3">
            <a:extLst>
              <a:ext uri="{FF2B5EF4-FFF2-40B4-BE49-F238E27FC236}">
                <a16:creationId xmlns:a16="http://schemas.microsoft.com/office/drawing/2014/main" id="{AC8A7720-F5F2-46A9-A072-38621D205702}"/>
              </a:ext>
            </a:extLst>
          </p:cNvPr>
          <p:cNvSpPr/>
          <p:nvPr/>
        </p:nvSpPr>
        <p:spPr>
          <a:xfrm>
            <a:off x="1773897" y="4261807"/>
            <a:ext cx="2252133" cy="1444413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1F79D-4809-4D2C-8DE0-328FD289BF38}"/>
              </a:ext>
            </a:extLst>
          </p:cNvPr>
          <p:cNvSpPr txBox="1"/>
          <p:nvPr/>
        </p:nvSpPr>
        <p:spPr>
          <a:xfrm>
            <a:off x="1999110" y="4756042"/>
            <a:ext cx="18017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sz="2200" dirty="0">
                <a:solidFill>
                  <a:srgbClr val="404040"/>
                </a:solidFill>
                <a:latin typeface="Segoe UI"/>
              </a:rPr>
              <a:t>Energy 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EA3DF-61AC-473F-A02F-F2CD44BE843B}"/>
              </a:ext>
            </a:extLst>
          </p:cNvPr>
          <p:cNvSpPr txBox="1"/>
          <p:nvPr/>
        </p:nvSpPr>
        <p:spPr>
          <a:xfrm>
            <a:off x="904974" y="6237537"/>
            <a:ext cx="7324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Matter stays.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8299B4-A14D-4F18-A924-B88A3E289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46" b="99234" l="9804" r="89840">
                        <a14:foregroundMark x1="11765" y1="84674" x2="19073" y2="94828"/>
                        <a14:foregroundMark x1="19073" y1="94828" x2="42424" y2="94061"/>
                        <a14:foregroundMark x1="42424" y1="94061" x2="54189" y2="95211"/>
                        <a14:foregroundMark x1="54189" y1="95211" x2="79323" y2="90613"/>
                        <a14:foregroundMark x1="79323" y1="90613" x2="68449" y2="98084"/>
                        <a14:foregroundMark x1="68449" y1="98084" x2="43494" y2="96552"/>
                        <a14:foregroundMark x1="43494" y1="96552" x2="16578" y2="86398"/>
                        <a14:foregroundMark x1="16578" y1="86398" x2="39216" y2="85824"/>
                        <a14:foregroundMark x1="39216" y1="85824" x2="55258" y2="86973"/>
                        <a14:foregroundMark x1="55258" y1="86973" x2="52585" y2="72797"/>
                        <a14:foregroundMark x1="52585" y1="72797" x2="87522" y2="82950"/>
                        <a14:foregroundMark x1="87522" y1="82950" x2="73975" y2="93103"/>
                        <a14:foregroundMark x1="73975" y1="93103" x2="61676" y2="90996"/>
                        <a14:foregroundMark x1="61676" y1="90996" x2="72549" y2="83908"/>
                        <a14:foregroundMark x1="72549" y1="83908" x2="72549" y2="83333"/>
                        <a14:foregroundMark x1="20856" y1="92912" x2="35294" y2="97126"/>
                        <a14:foregroundMark x1="35294" y1="97126" x2="74688" y2="90613"/>
                        <a14:foregroundMark x1="74688" y1="90613" x2="63636" y2="97126"/>
                        <a14:foregroundMark x1="63636" y1="97126" x2="38146" y2="97126"/>
                        <a14:foregroundMark x1="38146" y1="97126" x2="50624" y2="91954"/>
                        <a14:foregroundMark x1="50624" y1="91954" x2="61676" y2="90805"/>
                        <a14:foregroundMark x1="61676" y1="90805" x2="61676" y2="91762"/>
                        <a14:foregroundMark x1="21390" y1="95785" x2="43672" y2="99808"/>
                        <a14:foregroundMark x1="43672" y1="99808" x2="77362" y2="95211"/>
                        <a14:foregroundMark x1="77362" y1="95211" x2="29590" y2="96169"/>
                        <a14:foregroundMark x1="29590" y1="96169" x2="51515" y2="96169"/>
                        <a14:foregroundMark x1="51515" y1="96169" x2="34225" y2="96360"/>
                        <a14:foregroundMark x1="34225" y1="96360" x2="53832" y2="99425"/>
                        <a14:foregroundMark x1="53832" y1="99425" x2="63993" y2="94061"/>
                        <a14:foregroundMark x1="63993" y1="94061" x2="62745" y2="99234"/>
                        <a14:foregroundMark x1="22460" y1="10728" x2="24421" y2="18966"/>
                        <a14:foregroundMark x1="25134" y1="10920" x2="61319" y2="5364"/>
                        <a14:foregroundMark x1="61319" y1="5364" x2="72727" y2="6130"/>
                        <a14:foregroundMark x1="72727" y1="6130" x2="62567" y2="11494"/>
                        <a14:foregroundMark x1="62567" y1="11494" x2="48841" y2="12069"/>
                        <a14:foregroundMark x1="48841" y1="12069" x2="59537" y2="8621"/>
                        <a14:foregroundMark x1="59537" y1="8621" x2="26916" y2="80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8100" y="2620581"/>
            <a:ext cx="4275190" cy="397798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681589"/>
            <a:ext cx="72774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lang="de-DE" dirty="0"/>
              <a:t>THERE IS NO </a:t>
            </a:r>
            <a:r>
              <a:rPr dirty="0"/>
              <a:t>EXIT</a:t>
            </a:r>
            <a:r>
              <a:rPr lang="de-DE" dirty="0"/>
              <a:t> &amp; </a:t>
            </a:r>
          </a:p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lang="de-DE" dirty="0"/>
              <a:t>NO</a:t>
            </a:r>
            <a:r>
              <a:rPr dirty="0"/>
              <a:t> RESET BUTTON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29826-0A98-4CDE-AB5C-0756B48532FE}"/>
              </a:ext>
            </a:extLst>
          </p:cNvPr>
          <p:cNvSpPr/>
          <p:nvPr/>
        </p:nvSpPr>
        <p:spPr>
          <a:xfrm>
            <a:off x="2863025" y="6136901"/>
            <a:ext cx="3625340" cy="461665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So outputs accumulate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8167" y="655162"/>
            <a:ext cx="528766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STOCK VS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973" y="205740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The problem isn't emissions.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FACC-8CE5-44C3-89C6-805F82888ED2}"/>
              </a:ext>
            </a:extLst>
          </p:cNvPr>
          <p:cNvSpPr/>
          <p:nvPr/>
        </p:nvSpPr>
        <p:spPr>
          <a:xfrm>
            <a:off x="914400" y="2972718"/>
            <a:ext cx="731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5F7FA"/>
                </a:solidFill>
              </a:rPr>
              <a:t>It's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rgbClr val="F5F7FA"/>
                </a:solidFill>
              </a:rPr>
              <a:t>accumulation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F4CA2D-35CD-44B3-AE8E-01F2F5252536}"/>
              </a:ext>
            </a:extLst>
          </p:cNvPr>
          <p:cNvSpPr/>
          <p:nvPr/>
        </p:nvSpPr>
        <p:spPr>
          <a:xfrm>
            <a:off x="4071643" y="4137941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98B8E3-B83E-4748-AF16-100145059F9E}"/>
              </a:ext>
            </a:extLst>
          </p:cNvPr>
          <p:cNvSpPr/>
          <p:nvPr/>
        </p:nvSpPr>
        <p:spPr>
          <a:xfrm>
            <a:off x="4071643" y="4646241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8608A3-7EAE-49BF-8384-81AE30C4BD11}"/>
              </a:ext>
            </a:extLst>
          </p:cNvPr>
          <p:cNvSpPr/>
          <p:nvPr/>
        </p:nvSpPr>
        <p:spPr>
          <a:xfrm>
            <a:off x="5226425" y="4646241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E56D8B-E05F-42D9-AD42-02D4655AAFD8}"/>
              </a:ext>
            </a:extLst>
          </p:cNvPr>
          <p:cNvSpPr/>
          <p:nvPr/>
        </p:nvSpPr>
        <p:spPr>
          <a:xfrm>
            <a:off x="5227160" y="4138756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5E2775-6206-4DF7-94B7-17941C6753F4}"/>
              </a:ext>
            </a:extLst>
          </p:cNvPr>
          <p:cNvSpPr/>
          <p:nvPr/>
        </p:nvSpPr>
        <p:spPr>
          <a:xfrm>
            <a:off x="4071643" y="5154541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5350F2-8D12-49CC-8A79-BA036513996A}"/>
              </a:ext>
            </a:extLst>
          </p:cNvPr>
          <p:cNvSpPr/>
          <p:nvPr/>
        </p:nvSpPr>
        <p:spPr>
          <a:xfrm>
            <a:off x="5226424" y="5154541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5542A7-7EE8-4051-9792-66D3BFDA909E}"/>
              </a:ext>
            </a:extLst>
          </p:cNvPr>
          <p:cNvSpPr/>
          <p:nvPr/>
        </p:nvSpPr>
        <p:spPr>
          <a:xfrm>
            <a:off x="2916860" y="4137441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1255B8-90D1-467B-ADED-FC3D48E23566}"/>
              </a:ext>
            </a:extLst>
          </p:cNvPr>
          <p:cNvSpPr/>
          <p:nvPr/>
        </p:nvSpPr>
        <p:spPr>
          <a:xfrm>
            <a:off x="2916860" y="4645741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0C4C6C-A7FC-4694-BDCB-730CD188DF23}"/>
              </a:ext>
            </a:extLst>
          </p:cNvPr>
          <p:cNvSpPr/>
          <p:nvPr/>
        </p:nvSpPr>
        <p:spPr>
          <a:xfrm>
            <a:off x="2916860" y="5154041"/>
            <a:ext cx="110293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8422A0-EBF5-4D88-96B0-F9D4B5AF885A}"/>
              </a:ext>
            </a:extLst>
          </p:cNvPr>
          <p:cNvCxnSpPr>
            <a:cxnSpLocks/>
          </p:cNvCxnSpPr>
          <p:nvPr/>
        </p:nvCxnSpPr>
        <p:spPr>
          <a:xfrm>
            <a:off x="1218607" y="3991325"/>
            <a:ext cx="1419120" cy="292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E5E6CA-BBBC-474F-B1AA-6D306D41706E}"/>
              </a:ext>
            </a:extLst>
          </p:cNvPr>
          <p:cNvCxnSpPr>
            <a:cxnSpLocks/>
          </p:cNvCxnSpPr>
          <p:nvPr/>
        </p:nvCxnSpPr>
        <p:spPr>
          <a:xfrm>
            <a:off x="1327764" y="4876573"/>
            <a:ext cx="1419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C8EAA2-BFCC-4F34-87BE-3532119E0D45}"/>
              </a:ext>
            </a:extLst>
          </p:cNvPr>
          <p:cNvCxnSpPr>
            <a:cxnSpLocks/>
          </p:cNvCxnSpPr>
          <p:nvPr/>
        </p:nvCxnSpPr>
        <p:spPr>
          <a:xfrm flipV="1">
            <a:off x="1476721" y="5597182"/>
            <a:ext cx="1258864" cy="688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5FD6D2-6F33-493C-9731-2DA49FF19FC5}"/>
              </a:ext>
            </a:extLst>
          </p:cNvPr>
          <p:cNvCxnSpPr>
            <a:cxnSpLocks/>
          </p:cNvCxnSpPr>
          <p:nvPr/>
        </p:nvCxnSpPr>
        <p:spPr>
          <a:xfrm flipV="1">
            <a:off x="4578283" y="5808481"/>
            <a:ext cx="0" cy="820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FF9F1E-C912-417E-9A93-3DE09D9E248E}"/>
              </a:ext>
            </a:extLst>
          </p:cNvPr>
          <p:cNvCxnSpPr>
            <a:cxnSpLocks/>
          </p:cNvCxnSpPr>
          <p:nvPr/>
        </p:nvCxnSpPr>
        <p:spPr>
          <a:xfrm flipH="1">
            <a:off x="6506275" y="3852239"/>
            <a:ext cx="1573975" cy="420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8A3BC5-B4B8-4F78-81F6-E913DCCE84A3}"/>
              </a:ext>
            </a:extLst>
          </p:cNvPr>
          <p:cNvCxnSpPr>
            <a:cxnSpLocks/>
          </p:cNvCxnSpPr>
          <p:nvPr/>
        </p:nvCxnSpPr>
        <p:spPr>
          <a:xfrm flipH="1">
            <a:off x="6451652" y="4876573"/>
            <a:ext cx="1428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C2A081-2B5F-444C-AAE8-47C97B168D73}"/>
              </a:ext>
            </a:extLst>
          </p:cNvPr>
          <p:cNvCxnSpPr>
            <a:cxnSpLocks/>
          </p:cNvCxnSpPr>
          <p:nvPr/>
        </p:nvCxnSpPr>
        <p:spPr>
          <a:xfrm flipH="1" flipV="1">
            <a:off x="6587832" y="5499426"/>
            <a:ext cx="1632341" cy="688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B753C72-D00E-438E-A181-ACAB4B4F73C6}"/>
              </a:ext>
            </a:extLst>
          </p:cNvPr>
          <p:cNvCxnSpPr/>
          <p:nvPr/>
        </p:nvCxnSpPr>
        <p:spPr>
          <a:xfrm flipV="1">
            <a:off x="12741512" y="5808481"/>
            <a:ext cx="0" cy="820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E231305-10BC-4A9F-B5A4-F56E6B63D612}"/>
              </a:ext>
            </a:extLst>
          </p:cNvPr>
          <p:cNvCxnSpPr>
            <a:cxnSpLocks/>
          </p:cNvCxnSpPr>
          <p:nvPr/>
        </p:nvCxnSpPr>
        <p:spPr>
          <a:xfrm flipV="1">
            <a:off x="3494931" y="5808481"/>
            <a:ext cx="0" cy="820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891983-5900-43DA-9171-182ADA41CB16}"/>
              </a:ext>
            </a:extLst>
          </p:cNvPr>
          <p:cNvCxnSpPr>
            <a:cxnSpLocks/>
          </p:cNvCxnSpPr>
          <p:nvPr/>
        </p:nvCxnSpPr>
        <p:spPr>
          <a:xfrm flipV="1">
            <a:off x="5747303" y="5808481"/>
            <a:ext cx="0" cy="820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2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3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9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1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2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3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4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6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7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BE4C01-D7FE-4FDE-B9AE-41E5A256A0AA}"/>
              </a:ext>
            </a:extLst>
          </p:cNvPr>
          <p:cNvSpPr txBox="1"/>
          <p:nvPr/>
        </p:nvSpPr>
        <p:spPr>
          <a:xfrm>
            <a:off x="1514920" y="655162"/>
            <a:ext cx="6114173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lang="de-DE" dirty="0"/>
              <a:t>MORE EMISSIONS </a:t>
            </a:r>
          </a:p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lang="de-DE" dirty="0"/>
              <a:t>= </a:t>
            </a:r>
          </a:p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lang="de-DE" dirty="0"/>
              <a:t>MORE RISK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DFC91-9D90-454B-8BB9-97436E33E0D1}"/>
              </a:ext>
            </a:extLst>
          </p:cNvPr>
          <p:cNvSpPr txBox="1"/>
          <p:nvPr/>
        </p:nvSpPr>
        <p:spPr>
          <a:xfrm>
            <a:off x="1353429" y="4387304"/>
            <a:ext cx="211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F5F7FA"/>
                </a:solidFill>
              </a:defRPr>
            </a:lvl1pPr>
          </a:lstStyle>
          <a:p>
            <a:r>
              <a:rPr lang="de-DE" sz="2400" dirty="0"/>
              <a:t>Environmental </a:t>
            </a:r>
            <a:r>
              <a:rPr lang="de-DE" sz="2400" dirty="0" err="1"/>
              <a:t>disruption</a:t>
            </a:r>
            <a:endParaRPr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25FD34-FD79-46E0-A625-EFC4EBA86C35}"/>
              </a:ext>
            </a:extLst>
          </p:cNvPr>
          <p:cNvSpPr txBox="1"/>
          <p:nvPr/>
        </p:nvSpPr>
        <p:spPr>
          <a:xfrm>
            <a:off x="3606800" y="4355487"/>
            <a:ext cx="211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rgbClr val="F5F7FA"/>
                </a:solidFill>
              </a:defRPr>
            </a:lvl1pPr>
          </a:lstStyle>
          <a:p>
            <a:r>
              <a:rPr lang="en-US" sz="2400" dirty="0"/>
              <a:t>Economic </a:t>
            </a:r>
          </a:p>
          <a:p>
            <a:r>
              <a:rPr lang="en-US" sz="2400" dirty="0"/>
              <a:t>volatility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9C66EF-D37C-474F-8F73-0A06EB92188B}"/>
              </a:ext>
            </a:extLst>
          </p:cNvPr>
          <p:cNvSpPr txBox="1"/>
          <p:nvPr/>
        </p:nvSpPr>
        <p:spPr>
          <a:xfrm>
            <a:off x="5800292" y="4355486"/>
            <a:ext cx="211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rgbClr val="F5F7FA"/>
                </a:solidFill>
              </a:defRPr>
            </a:lvl1pPr>
          </a:lstStyle>
          <a:p>
            <a:r>
              <a:rPr lang="de-DE" sz="2400" dirty="0" err="1"/>
              <a:t>Social</a:t>
            </a:r>
            <a:r>
              <a:rPr lang="de-DE" sz="2400" dirty="0"/>
              <a:t> </a:t>
            </a:r>
          </a:p>
          <a:p>
            <a:r>
              <a:rPr lang="de-DE" sz="2400" dirty="0" err="1"/>
              <a:t>instability</a:t>
            </a:r>
            <a:r>
              <a:rPr lang="de-DE" sz="2400" dirty="0"/>
              <a:t> </a:t>
            </a:r>
            <a:endParaRPr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0DD546-1EF6-4986-A8E5-4799D1865407}"/>
              </a:ext>
            </a:extLst>
          </p:cNvPr>
          <p:cNvSpPr txBox="1"/>
          <p:nvPr/>
        </p:nvSpPr>
        <p:spPr>
          <a:xfrm>
            <a:off x="939001" y="618759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lang="de-DE" i="1" dirty="0"/>
              <a:t>Further </a:t>
            </a:r>
            <a:r>
              <a:rPr lang="de-DE" i="1" dirty="0" err="1"/>
              <a:t>amplified</a:t>
            </a:r>
            <a:r>
              <a:rPr lang="de-DE" i="1" dirty="0"/>
              <a:t> </a:t>
            </a:r>
            <a:r>
              <a:rPr lang="de-DE" i="1" dirty="0" err="1"/>
              <a:t>by</a:t>
            </a:r>
            <a:r>
              <a:rPr lang="de-DE" i="1" dirty="0"/>
              <a:t> </a:t>
            </a:r>
            <a:r>
              <a:rPr lang="de-DE" i="1" dirty="0" err="1"/>
              <a:t>feedback</a:t>
            </a:r>
            <a:r>
              <a:rPr lang="de-DE" i="1" dirty="0"/>
              <a:t> </a:t>
            </a:r>
            <a:r>
              <a:rPr lang="de-DE" i="1" dirty="0" err="1"/>
              <a:t>loops</a:t>
            </a:r>
            <a:endParaRPr i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A24CA78-4DF8-4E88-AD3F-12DDB6D7D05A}"/>
              </a:ext>
            </a:extLst>
          </p:cNvPr>
          <p:cNvCxnSpPr/>
          <p:nvPr/>
        </p:nvCxnSpPr>
        <p:spPr>
          <a:xfrm>
            <a:off x="3606800" y="4495931"/>
            <a:ext cx="0" cy="58406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DCD32F7-227F-4911-AC46-28DA108D34CB}"/>
              </a:ext>
            </a:extLst>
          </p:cNvPr>
          <p:cNvCxnSpPr/>
          <p:nvPr/>
        </p:nvCxnSpPr>
        <p:spPr>
          <a:xfrm>
            <a:off x="5720080" y="4495930"/>
            <a:ext cx="0" cy="58406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25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1771" y="664590"/>
            <a:ext cx="542045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3255" y="2057400"/>
            <a:ext cx="7296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When outputs become inputs.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FA99CB-8D20-49C1-AAC6-3F236842BED9}"/>
              </a:ext>
            </a:extLst>
          </p:cNvPr>
          <p:cNvSpPr/>
          <p:nvPr/>
        </p:nvSpPr>
        <p:spPr>
          <a:xfrm>
            <a:off x="2568804" y="2978870"/>
            <a:ext cx="3926264" cy="2309567"/>
          </a:xfrm>
          <a:prstGeom prst="ellipse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DB2E4-BE5F-4876-8733-98C57F2A1A79}"/>
              </a:ext>
            </a:extLst>
          </p:cNvPr>
          <p:cNvSpPr txBox="1"/>
          <p:nvPr/>
        </p:nvSpPr>
        <p:spPr>
          <a:xfrm>
            <a:off x="3208884" y="3591613"/>
            <a:ext cx="274838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1717"/>
                </a:solidFill>
                <a:latin typeface="Segoe UI"/>
              </a:defRPr>
            </a:pP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changes B</a:t>
            </a:r>
            <a:b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</a:t>
            </a: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changes A</a:t>
            </a:r>
            <a:b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Repeat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4EAAB-7B27-4EE1-B2CE-F47C48035C52}"/>
              </a:ext>
            </a:extLst>
          </p:cNvPr>
          <p:cNvSpPr/>
          <p:nvPr/>
        </p:nvSpPr>
        <p:spPr>
          <a:xfrm>
            <a:off x="589176" y="6059327"/>
            <a:ext cx="79845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37373"/>
                </a:solidFill>
                <a:latin typeface="Segoe UI"/>
              </a:defRPr>
            </a:pPr>
            <a:r>
              <a:rPr lang="en-US" sz="2000" dirty="0">
                <a:solidFill>
                  <a:schemeClr val="bg1"/>
                </a:solidFill>
              </a:rPr>
              <a:t>There are two kinds: Some stabilize. Some amplify.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2955" y="692870"/>
            <a:ext cx="753809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STABILIZING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2066827"/>
            <a:ext cx="7324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The system pushes back</a:t>
            </a:r>
            <a:r>
              <a:rPr lang="de-DE" dirty="0"/>
              <a:t> </a:t>
            </a:r>
            <a:r>
              <a:rPr lang="en-US" dirty="0"/>
              <a:t>&amp; self corrects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EA9DA918-3984-404F-873C-2E99C542C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5381836"/>
              </p:ext>
            </p:extLst>
          </p:nvPr>
        </p:nvGraphicFramePr>
        <p:xfrm>
          <a:off x="2204301" y="2886786"/>
          <a:ext cx="4735398" cy="3618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Graphic spid="1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6492" y="655162"/>
            <a:ext cx="769101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AMPLIFYING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66827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The system accelerates</a:t>
            </a:r>
            <a:r>
              <a:rPr lang="de-DE" dirty="0"/>
              <a:t>, </a:t>
            </a:r>
            <a:r>
              <a:rPr lang="en-US" dirty="0"/>
              <a:t>without brakes</a:t>
            </a:r>
            <a:r>
              <a:rPr lang="de-DE" dirty="0"/>
              <a:t>.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6D652EF-69A5-4061-A576-B61628B2D1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2550406"/>
              </p:ext>
            </p:extLst>
          </p:nvPr>
        </p:nvGraphicFramePr>
        <p:xfrm>
          <a:off x="2204301" y="2886786"/>
          <a:ext cx="4735398" cy="3618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Graphic spid="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7518" y="645736"/>
            <a:ext cx="534896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TIPPING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57400"/>
            <a:ext cx="9143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Systems </a:t>
            </a:r>
            <a:r>
              <a:rPr dirty="0" err="1"/>
              <a:t>hol</a:t>
            </a:r>
            <a:r>
              <a:rPr lang="de-DE" dirty="0"/>
              <a:t>d, </a:t>
            </a:r>
            <a:r>
              <a:rPr lang="de-DE" dirty="0" err="1"/>
              <a:t>until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en-US" dirty="0"/>
              <a:t>don’</a:t>
            </a:r>
            <a:r>
              <a:rPr lang="de-DE" dirty="0"/>
              <a:t>t</a:t>
            </a:r>
            <a:r>
              <a:rPr dirty="0"/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41D8372-8B1B-4C29-AEBE-975703077F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090"/>
          <a:stretch/>
        </p:blipFill>
        <p:spPr>
          <a:xfrm>
            <a:off x="6156568" y="3362682"/>
            <a:ext cx="1506556" cy="188230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D95892A-4FDA-46AB-8061-08C333EDB1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45" r="33045"/>
          <a:stretch/>
        </p:blipFill>
        <p:spPr>
          <a:xfrm>
            <a:off x="1480874" y="3362683"/>
            <a:ext cx="1506556" cy="18823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34B94BA-65E7-4417-A219-31A1D411DA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45" r="33045"/>
          <a:stretch/>
        </p:blipFill>
        <p:spPr>
          <a:xfrm>
            <a:off x="3818721" y="3362683"/>
            <a:ext cx="1506556" cy="188230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783D77C-55C5-44F0-AE59-D47BD905F8BE}"/>
              </a:ext>
            </a:extLst>
          </p:cNvPr>
          <p:cNvSpPr/>
          <p:nvPr/>
        </p:nvSpPr>
        <p:spPr>
          <a:xfrm>
            <a:off x="0" y="5827543"/>
            <a:ext cx="91439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lang="en-US" sz="2000" dirty="0">
                <a:solidFill>
                  <a:schemeClr val="bg1"/>
                </a:solidFill>
              </a:rPr>
              <a:t>That transition isn't reversible on human timescales.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783" y="1603702"/>
            <a:ext cx="6064032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HUMAN ACTIVITY </a:t>
            </a:r>
            <a:endParaRPr lang="de-DE" dirty="0"/>
          </a:p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DRIVES </a:t>
            </a:r>
            <a:r>
              <a:rPr lang="de-DE" dirty="0"/>
              <a:t>AFFECTS </a:t>
            </a:r>
          </a:p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lang="de-DE" dirty="0"/>
              <a:t>THESE SYSTEMS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1" y="5023465"/>
            <a:ext cx="73340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But not equally.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3883" y="723060"/>
            <a:ext cx="8055090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71% OF INDUSTRIAL </a:t>
            </a:r>
            <a:endParaRPr lang="de-DE" dirty="0"/>
          </a:p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EMISSIONS</a:t>
            </a:r>
            <a:r>
              <a:rPr lang="de-DE" dirty="0"/>
              <a:t> COME FROM</a:t>
            </a:r>
            <a:br>
              <a:rPr dirty="0"/>
            </a:br>
            <a:r>
              <a:rPr dirty="0"/>
              <a:t>~</a:t>
            </a:r>
            <a:r>
              <a:rPr lang="de-DE" dirty="0"/>
              <a:t> </a:t>
            </a:r>
            <a:r>
              <a:rPr dirty="0"/>
              <a:t>100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828" y="4428091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Not </a:t>
            </a:r>
            <a:r>
              <a:rPr lang="en-US" dirty="0"/>
              <a:t>Jim's </a:t>
            </a:r>
            <a:r>
              <a:rPr dirty="0"/>
              <a:t>tire shop.</a:t>
            </a:r>
            <a:br>
              <a:rPr dirty="0"/>
            </a:br>
            <a:r>
              <a:rPr dirty="0"/>
              <a:t>Not </a:t>
            </a:r>
            <a:r>
              <a:rPr lang="en-US" dirty="0"/>
              <a:t>Svenja's</a:t>
            </a:r>
            <a:r>
              <a:rPr dirty="0"/>
              <a:t> sewing company.</a:t>
            </a:r>
            <a:endParaRPr 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E87A74-1AE0-4942-AD75-4B7115D759F5}"/>
              </a:ext>
            </a:extLst>
          </p:cNvPr>
          <p:cNvSpPr/>
          <p:nvPr/>
        </p:nvSpPr>
        <p:spPr>
          <a:xfrm>
            <a:off x="2752628" y="5765608"/>
            <a:ext cx="365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~ 100 COMPANIES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8538" y="1627727"/>
            <a:ext cx="731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THE PHYSICS ISN'T </a:t>
            </a:r>
            <a:endParaRPr lang="de-DE" dirty="0"/>
          </a:p>
          <a:p>
            <a:pPr algn="ctr">
              <a:defRPr sz="6000" b="1">
                <a:solidFill>
                  <a:srgbClr val="F5F7FA"/>
                </a:solidFill>
              </a:defRPr>
            </a:pPr>
            <a:r>
              <a:rPr dirty="0"/>
              <a:t>THE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381" y="4645805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Who's responsible?</a:t>
            </a:r>
            <a:br>
              <a:rPr dirty="0"/>
            </a:b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9B5D7-1444-4569-9275-3C9788937115}"/>
              </a:ext>
            </a:extLst>
          </p:cNvPr>
          <p:cNvSpPr txBox="1"/>
          <p:nvPr/>
        </p:nvSpPr>
        <p:spPr>
          <a:xfrm>
            <a:off x="3657598" y="4814774"/>
            <a:ext cx="18193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br>
              <a:rPr dirty="0"/>
            </a:br>
            <a:r>
              <a:rPr dirty="0"/>
              <a:t>Who pays?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D5088-A992-408D-92B9-BB7B2C4FAD12}"/>
              </a:ext>
            </a:extLst>
          </p:cNvPr>
          <p:cNvSpPr txBox="1"/>
          <p:nvPr/>
        </p:nvSpPr>
        <p:spPr>
          <a:xfrm>
            <a:off x="1819372" y="5693308"/>
            <a:ext cx="5495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Does the system built to fix it work?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2620" y="2514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5F7FA"/>
                </a:solidFill>
              </a:defRPr>
            </a:pPr>
            <a:r>
              <a:rPr dirty="0"/>
              <a:t>NEXT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55562"/>
            <a:ext cx="55052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7FA"/>
                </a:solidFill>
              </a:defRPr>
            </a:pPr>
            <a:r>
              <a:rPr dirty="0"/>
              <a:t>From </a:t>
            </a:r>
            <a:r>
              <a:rPr lang="de-DE" dirty="0"/>
              <a:t>"</a:t>
            </a:r>
            <a:r>
              <a:rPr dirty="0"/>
              <a:t>don't dump chemicals in the river</a:t>
            </a:r>
            <a:r>
              <a:rPr lang="de-DE" dirty="0"/>
              <a:t>"</a:t>
            </a:r>
            <a:br>
              <a:rPr dirty="0"/>
            </a:br>
            <a:r>
              <a:rPr dirty="0"/>
              <a:t>to a $30B compliance industry.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26</cp:revision>
  <dcterms:created xsi:type="dcterms:W3CDTF">2013-01-27T09:14:16Z</dcterms:created>
  <dcterms:modified xsi:type="dcterms:W3CDTF">2026-03-19T06:58:22Z</dcterms:modified>
  <cp:category/>
</cp:coreProperties>
</file>