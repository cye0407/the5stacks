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WHY DOES YOUR BIGGEST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CUSTOMER SEND YOU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SUSTAINABILITY QUESTIONNAIRE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But not offer to help you answer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315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707070"/>
                </a:solidFill>
                <a:latin typeface="Segoe UI"/>
              </a:defRPr>
            </a:pPr>
            <a:r>
              <a:t>THE 5 STACKS  |  Video 3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NOT BECAUSE THEY'RE EVIL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Because the incentives are designed that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BIG COMPANIES HAVE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REGULATORY OBLIGATION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To report on their supply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707070"/>
                </a:solidFill>
                <a:latin typeface="Segoe UI"/>
              </a:defRPr>
            </a:pPr>
            <a:r>
              <a:t>CSRD. Scope 3. Due diligence.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97706"/>
                </a:solidFill>
                <a:latin typeface="Segoe UI"/>
              </a:defRPr>
            </a:pPr>
            <a:r>
              <a:t>Cheapest way to do that?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SEND A QUESTIONNAIRE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DC2626"/>
                </a:solidFill>
                <a:latin typeface="Segoe UI"/>
              </a:defRPr>
            </a:pPr>
            <a:r>
              <a:t>DOWNHILL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The supplier does the work. For free.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THE BIG COMPANY GETS: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Segoe UI"/>
              </a:defRPr>
            </a:pPr>
            <a:r>
              <a:t>"We assessed 2,000 suppliers on sustainability."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A line in their annual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Costs them almost nothing.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6583680"/>
            <a:ext cx="54864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DC2626"/>
                </a:solidFill>
                <a:latin typeface="Segoe UI"/>
              </a:defRPr>
            </a:pPr>
            <a:r>
              <a:t>THE SUPPLIER GETS: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NO BENEFIT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NO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NO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C2626"/>
                </a:solidFill>
                <a:latin typeface="Segoe UI"/>
              </a:defRPr>
            </a:pPr>
            <a:r>
              <a:t>Just a deadline.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THIS ISN'T CONSPIRACY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It's rational behaviour in a badly designed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THE RATING AGENCY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200400"/>
            <a:ext cx="4114800" cy="1828800"/>
          </a:xfrm>
          <a:prstGeom prst="roundRect">
            <a:avLst/>
          </a:prstGeom>
          <a:noFill/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D97706"/>
                </a:solidFill>
                <a:latin typeface="Segoe UI"/>
              </a:defRPr>
            </a:pPr>
            <a:r>
              <a:t>YOUR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A0A0A0"/>
                </a:solidFill>
                <a:latin typeface="Segoe UI"/>
              </a:defRPr>
            </a:pPr>
            <a:r>
              <a:t>Pays to rate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743200"/>
            <a:ext cx="2743200" cy="2743200"/>
          </a:xfrm>
          <a:prstGeom prst="roundRect">
            <a:avLst/>
          </a:prstGeom>
          <a:noFill/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3200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DC2626"/>
                </a:solidFill>
                <a:latin typeface="Segoe UI"/>
              </a:defRPr>
            </a:pPr>
            <a:r>
              <a:t>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840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DC2626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200400"/>
            <a:ext cx="4114800" cy="1828800"/>
          </a:xfrm>
          <a:prstGeom prst="roundRect">
            <a:avLst/>
          </a:prstGeom>
          <a:noFill/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3383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D97706"/>
                </a:solidFill>
                <a:latin typeface="Segoe UI"/>
              </a:defRPr>
            </a:pPr>
            <a:r>
              <a:t>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0233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A0A0A0"/>
                </a:solidFill>
                <a:latin typeface="Segoe UI"/>
              </a:defRPr>
            </a:pPr>
            <a:r>
              <a:t>Pay to see your own score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12080" y="3749039"/>
            <a:ext cx="640080" cy="45720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8686800" y="3749039"/>
            <a:ext cx="640080" cy="457200"/>
          </a:xfrm>
          <a:prstGeom prst="lef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Segoe UI"/>
              </a:defRPr>
            </a:pPr>
            <a:r>
              <a:t>Both sides pay. The rating agency always wins.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IT DOESN'T MEASURE WHETHER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YOU REDUCED WASTE OR EMISSIONS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It measures whether you can document what you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943600"/>
            <a:ext cx="54864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DC2626"/>
                </a:solidFill>
                <a:latin typeface="Segoe UI"/>
              </a:defRPr>
            </a:pPr>
            <a:r>
              <a:t>That's not a sustainability system. That's a documentation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A COMPANY WITH A GREAT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DC2626"/>
                </a:solidFill>
                <a:latin typeface="Segoe UI"/>
              </a:defRPr>
            </a:pPr>
            <a:r>
              <a:t>AND TERRIBLE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Can score higher than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227C5C"/>
                </a:solidFill>
                <a:latin typeface="Segoe UI"/>
              </a:defRPr>
            </a:pPr>
            <a:r>
              <a:t>a company with great operations and no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"SUSTAINABILITY DOESN'T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MAXIMIZE SHAREHOLDER RETURNS"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You hear this a lot.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37160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DC2626"/>
                </a:solidFill>
                <a:latin typeface="Segoe UI"/>
              </a:defRPr>
            </a:pPr>
            <a:r>
              <a:t>SHORT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Cut corners.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Externalise costs.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Squeeze suppliers.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Extracts value fast.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645920"/>
            <a:ext cx="137160" cy="4572000"/>
          </a:xfrm>
          <a:prstGeom prst="rect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27C5C"/>
                </a:solidFill>
                <a:latin typeface="Segoe UI"/>
              </a:defRPr>
            </a:pPr>
            <a:r>
              <a:t>LONG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9260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Know your costs.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Manage your waste.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Diversify supply chain.</a:t>
            </a: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Builds something that lasts.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707070"/>
                </a:solidFill>
                <a:latin typeface="Segoe UI"/>
              </a:defRPr>
            </a:pPr>
            <a:r>
              <a:t>The anti-ESG crowd is optimizing for the next quarter.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SUSTAINABILITY ISN'T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OPPOSITE OF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227C5C"/>
                </a:solidFill>
                <a:latin typeface="Segoe UI"/>
              </a:defRPr>
            </a:pPr>
            <a:r>
              <a:t>It's the long game.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THE SYSTEM ISN'T BROKEN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BY ACCIDENT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It works exactly as designed.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C2626"/>
                </a:solidFill>
                <a:latin typeface="Segoe UI"/>
              </a:defRPr>
            </a:pPr>
            <a:r>
              <a:t>For the people who designed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BUT THAT DOESN'T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YOU HAVE TO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227C5C"/>
                </a:solidFill>
                <a:latin typeface="Segoe UI"/>
              </a:defRPr>
            </a:pPr>
            <a:r>
              <a:t>BY THEIR RULES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NEXT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What sustainability actually looks like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when you strip away the industry.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